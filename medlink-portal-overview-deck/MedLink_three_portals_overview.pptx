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MedLink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20040" y="310896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Portal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2560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患者端：就诊建议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85216" y="153619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面向普通患者，把档案、病历、症状和下一步行动组织成清晰流程。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566928" y="2331720"/>
            <a:ext cx="3794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A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6384" y="256946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47802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轻症优先推荐社区医院/诊所，避免一生病就挤兑三甲。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66928" y="3172968"/>
            <a:ext cx="3794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A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86384" y="3410712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3192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结合已准备病历、症状严重程度、城市和可用号源。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66928" y="4014216"/>
            <a:ext cx="3794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A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4251960"/>
            <a:ext cx="109728" cy="1097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4160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后续串联就诊计划、取药安排和家人分享。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626864" y="749808"/>
            <a:ext cx="7132320" cy="4956048"/>
          </a:xfrm>
          <a:prstGeom prst="roundRect">
            <a:avLst>
              <a:gd name="adj" fmla="val 1845"/>
            </a:avLst>
          </a:prstGeom>
          <a:solidFill>
            <a:srgbClr val="FFFFFF"/>
          </a:solidFill>
          <a:ln w="12700">
            <a:solidFill>
              <a:srgbClr val="CFEAF8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8000"/>
              </a:srgbClr>
            </a:outerShdw>
          </a:effectLst>
        </p:spPr>
      </p:sp>
      <p:pic>
        <p:nvPicPr>
          <p:cNvPr id="18" name="Image 0" descr="/Users/xiaotan/Documents/Codex/2026.4 web design/coding pages/medlink-portal-ppt-assets/patient-jour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896112"/>
            <a:ext cx="6839712" cy="427939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773168" y="5303520"/>
            <a:ext cx="6839712" cy="4572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92624" y="5431536"/>
            <a:ext cx="6355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478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演示重点：根据病情轻重与城市资源，推荐合适层级的医院/诊所，并解释推荐依据。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-182880" y="5897880"/>
            <a:ext cx="1280160" cy="1280160"/>
          </a:xfrm>
          <a:prstGeom prst="arc">
            <a:avLst/>
          </a:prstGeom>
          <a:noFill/>
          <a:ln w="25400">
            <a:solidFill>
              <a:srgbClr val="BAE6FD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MedLink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20040" y="310896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Portal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2560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合作端：协同网络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85216" y="153619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 MedLink 如何为合作伙伴提供试点入口、协同网络和可验证数据服务。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566928" y="2331720"/>
            <a:ext cx="3794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A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6384" y="256946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47802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清晰呈现合作方案、合作对象和联系入口。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66928" y="3172968"/>
            <a:ext cx="3794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A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86384" y="3410712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3192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支持医院网络试点、药品批次认证和合规科研数据。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66928" y="4014216"/>
            <a:ext cx="3794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A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4251960"/>
            <a:ext cx="109728" cy="1097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4160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从成都试点出发，扩展到多城市医疗协同。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626864" y="749808"/>
            <a:ext cx="7132320" cy="4956048"/>
          </a:xfrm>
          <a:prstGeom prst="roundRect">
            <a:avLst>
              <a:gd name="adj" fmla="val 1845"/>
            </a:avLst>
          </a:prstGeom>
          <a:solidFill>
            <a:srgbClr val="FFFFFF"/>
          </a:solidFill>
          <a:ln w="12700">
            <a:solidFill>
              <a:srgbClr val="CFEAF8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8000"/>
              </a:srgbClr>
            </a:outerShdw>
          </a:effectLst>
        </p:spPr>
      </p:sp>
      <p:pic>
        <p:nvPicPr>
          <p:cNvPr id="18" name="Image 0" descr="/Users/xiaotan/Documents/Codex/2026.4 web design/coding pages/medlink-portal-ppt-assets/partner-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896112"/>
            <a:ext cx="6839712" cy="427939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773168" y="5303520"/>
            <a:ext cx="6839712" cy="4572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92624" y="5431536"/>
            <a:ext cx="6355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478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演示重点：让医院、药品供应链和科研机构理解平台合作价值。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-182880" y="5897880"/>
            <a:ext cx="1280160" cy="1280160"/>
          </a:xfrm>
          <a:prstGeom prst="arc">
            <a:avLst/>
          </a:prstGeom>
          <a:noFill/>
          <a:ln w="25400">
            <a:solidFill>
              <a:srgbClr val="BAE6FD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MedLink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20040" y="310896"/>
            <a:ext cx="73152" cy="731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509760" y="2560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Portal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109960" y="2560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749808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开发者端：技术证明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85216" y="153619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 MediChain 权限逻辑：患者控制访问权限，开发者只查看模拟事件。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566928" y="2331720"/>
            <a:ext cx="3794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A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6384" y="256946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47802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患者通过 DID 授权，医生、医院、监管方和开发者权限分层。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66928" y="3172968"/>
            <a:ext cx="3794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A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86384" y="3410712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3192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医疗文件加密链下存储；链上只记录哈希、授权和审计。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66928" y="4014216"/>
            <a:ext cx="3794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A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4251960"/>
            <a:ext cx="109728" cy="1097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4160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Technology Trace 展示 IPFS、AES-256、Fabric 和 Chaincode 逻辑。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626864" y="749808"/>
            <a:ext cx="7132320" cy="4956048"/>
          </a:xfrm>
          <a:prstGeom prst="roundRect">
            <a:avLst>
              <a:gd name="adj" fmla="val 1845"/>
            </a:avLst>
          </a:prstGeom>
          <a:solidFill>
            <a:srgbClr val="FFFFFF"/>
          </a:solidFill>
          <a:ln w="12700">
            <a:solidFill>
              <a:srgbClr val="CFEAF8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8000"/>
              </a:srgbClr>
            </a:outerShdw>
          </a:effectLst>
        </p:spPr>
      </p:sp>
      <p:pic>
        <p:nvPicPr>
          <p:cNvPr id="18" name="Image 0" descr="/Users/xiaotan/Documents/Codex/2026.4 web design/coding pages/medlink-portal-ppt-assets/developer-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896112"/>
            <a:ext cx="6839712" cy="4279392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773168" y="5303520"/>
            <a:ext cx="6839712" cy="4572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92624" y="5431536"/>
            <a:ext cx="6355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478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演示重点：DID 授权、链下加密存储、链上哈希和审计日志如何共同工作。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-182880" y="5897880"/>
            <a:ext cx="1280160" cy="1280160"/>
          </a:xfrm>
          <a:prstGeom prst="arc">
            <a:avLst/>
          </a:prstGeom>
          <a:noFill/>
          <a:ln w="25400">
            <a:solidFill>
              <a:srgbClr val="BAE6FD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MedLink Prototype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MedLink 三端原型展示</dc:title>
  <dc:subject>MedLink three portal prototype overview</dc:subject>
  <dc:creator>MedLink</dc:creator>
  <cp:lastModifiedBy>MedLink</cp:lastModifiedBy>
  <cp:revision>1</cp:revision>
  <dcterms:created xsi:type="dcterms:W3CDTF">2026-04-29T21:36:51Z</dcterms:created>
  <dcterms:modified xsi:type="dcterms:W3CDTF">2026-04-29T21:36:51Z</dcterms:modified>
</cp:coreProperties>
</file>